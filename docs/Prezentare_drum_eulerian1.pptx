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2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67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651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9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2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54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7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70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5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0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9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70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7105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40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2471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1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01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0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404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Găsirea drumului Eulerian într-un graf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Andronic Marius Zaharia</a:t>
            </a:r>
          </a:p>
          <a:p>
            <a:r>
              <a:t>Comarita Eduard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Obiectivul proiectului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Verificarea existenței unui drum sau ciclu Eulerian într-un graf.</a:t>
            </a:r>
          </a:p>
          <a:p>
            <a:r>
              <a:t>Implementare în Python folosind algoritmul lui Hierholzer.</a:t>
            </a:r>
          </a:p>
          <a:p>
            <a:r>
              <a:t>Vizualizare automată a grafului și drumului găsit.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Teorie: Drum și ciclu Eulerian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Drum Eulerian – parcurge fiecare muchie o singură dată.</a:t>
            </a:r>
          </a:p>
          <a:p>
            <a:r>
              <a:t>Ciclu Eulerian – începe și se termină în același nod.</a:t>
            </a:r>
          </a:p>
          <a:p>
            <a:r>
              <a:t>Condiții:</a:t>
            </a:r>
          </a:p>
          <a:p>
            <a:r>
              <a:t>- 0 noduri impare → ciclu Eulerian</a:t>
            </a:r>
          </a:p>
          <a:p>
            <a:r>
              <a:t>- 2 noduri impare → drum Eulerian</a:t>
            </a:r>
          </a:p>
          <a:p>
            <a:r>
              <a:t>- Altfel → NU există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Algoritmul lui Hierholzer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Pornește dintr-un nod cu grad impar (sau oricare)</a:t>
            </a:r>
          </a:p>
          <a:p>
            <a:r>
              <a:t>2. Construiește un ciclu</a:t>
            </a:r>
          </a:p>
          <a:p>
            <a:r>
              <a:t>3. Adaugă subcicluri dacă mai sunt muchii neparcurse</a:t>
            </a:r>
          </a:p>
          <a:p>
            <a:r>
              <a:t>4. Combină ciclurile în drumul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Limbaj: Python 3</a:t>
            </a:r>
          </a:p>
          <a:p>
            <a:r>
              <a:t>Biblioteci: networkx, matplotlib</a:t>
            </a:r>
          </a:p>
          <a:p>
            <a:r>
              <a:t>Structura codului:</a:t>
            </a:r>
          </a:p>
          <a:p>
            <a:r>
              <a:t>- Citire fișier</a:t>
            </a:r>
          </a:p>
          <a:p>
            <a:r>
              <a:t>- Verificare condiții</a:t>
            </a:r>
          </a:p>
          <a:p>
            <a:r>
              <a:t>- Algoritmul Hierholzer</a:t>
            </a:r>
          </a:p>
          <a:p>
            <a:r>
              <a:t>- Vizualizare drum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Studii de caz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graf_mic.txt – fără drum Eulerian (noduri impare)</a:t>
            </a:r>
          </a:p>
          <a:p>
            <a:r>
              <a:t>graf_drum.txt – drum Eulerian valid</a:t>
            </a:r>
          </a:p>
          <a:p>
            <a:r>
              <a:t>graf_mare.txt – ciclu Eulerian complet (22 noduri)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Concluzii și îmbunătățiri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Proiectul funcționează corect pentru grafuri neorientate.</a:t>
            </a:r>
          </a:p>
          <a:p>
            <a:r>
              <a:t>Posibile îmbunătățiri:</a:t>
            </a:r>
          </a:p>
          <a:p>
            <a:r>
              <a:t>- Suport pentru grafuri orientate</a:t>
            </a:r>
          </a:p>
          <a:p>
            <a:r>
              <a:t>- Interfață grafică</a:t>
            </a:r>
          </a:p>
          <a:p>
            <a:r>
              <a:t>- Export automat PNG/PDF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Utilizarea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Utilizarea inteligenței artificiale a fost complementară muncii proprii, clarificarea logicii algoritmului și structurarea materialului. </a:t>
            </a:r>
            <a:r>
              <a:rPr lang="ro-RO"/>
              <a:t>Nu s-a făcut copiere automată, ci adaptare și înțelegere completă a fiecărui pas</a:t>
            </a:r>
            <a: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Întrebări?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Vă mulțumim pentru atenție!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252</Words>
  <Application>Microsoft Office PowerPoint</Application>
  <PresentationFormat>Expunere pe ecran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2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Găsirea drumului Eulerian într-un graf</vt:lpstr>
      <vt:lpstr>Obiectivul proiectului</vt:lpstr>
      <vt:lpstr>Teorie: Drum și ciclu Eulerian</vt:lpstr>
      <vt:lpstr>Algoritmul lui Hierholzer</vt:lpstr>
      <vt:lpstr>Implementare</vt:lpstr>
      <vt:lpstr>Studii de caz</vt:lpstr>
      <vt:lpstr>Concluzii și îmbunătățiri</vt:lpstr>
      <vt:lpstr>Utilizarea AI</vt:lpstr>
      <vt:lpstr>Întrebări?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Marius</dc:creator>
  <cp:keywords/>
  <dc:description>generated using python-pptx</dc:description>
  <cp:lastModifiedBy>Marius</cp:lastModifiedBy>
  <cp:revision>2</cp:revision>
  <dcterms:created xsi:type="dcterms:W3CDTF">2013-01-27T09:14:16Z</dcterms:created>
  <dcterms:modified xsi:type="dcterms:W3CDTF">2025-06-04T06:39:15Z</dcterms:modified>
  <cp:category/>
</cp:coreProperties>
</file>